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6" r:id="rId17"/>
    <p:sldId id="270" r:id="rId18"/>
    <p:sldId id="271" r:id="rId19"/>
    <p:sldId id="272" r:id="rId20"/>
    <p:sldId id="273" r:id="rId21"/>
    <p:sldId id="277" r:id="rId22"/>
    <p:sldId id="274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's World" initials="SW" lastIdx="1" clrIdx="0">
    <p:extLst>
      <p:ext uri="{19B8F6BF-5375-455C-9EA6-DF929625EA0E}">
        <p15:presenceInfo xmlns:p15="http://schemas.microsoft.com/office/powerpoint/2012/main" userId="cd48176db1563e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06T19:24:39.855" idx="1">
    <p:pos x="10" y="10"/>
    <p:text>we can't perform slicing in set bcoz set is unordered collection so it wont have any index numbers. so due to that in set we cant perform slicing 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202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PYTHON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505050"/>
                </a:solidFill>
              </a:defRPr>
            </a:pPr>
            <a:r>
              <a:t>List • Tuple • Set •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What is a Collection?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35496"/>
            <a:ext cx="109728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A collection in Python is a data structure used to store and organize multiple elements or values in a single variable.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rPr dirty="0"/>
              <a:t>Collections allow values to be accessed and manipulated efficiently.</a:t>
            </a:r>
            <a:endParaRPr lang="en-IN" dirty="0"/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9926CE-781B-93BF-088A-46BB20F7E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61395"/>
              </p:ext>
            </p:extLst>
          </p:nvPr>
        </p:nvGraphicFramePr>
        <p:xfrm>
          <a:off x="899411" y="2769304"/>
          <a:ext cx="9818560" cy="2852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3712">
                  <a:extLst>
                    <a:ext uri="{9D8B030D-6E8A-4147-A177-3AD203B41FA5}">
                      <a16:colId xmlns:a16="http://schemas.microsoft.com/office/drawing/2014/main" val="1142078796"/>
                    </a:ext>
                  </a:extLst>
                </a:gridCol>
                <a:gridCol w="1963712">
                  <a:extLst>
                    <a:ext uri="{9D8B030D-6E8A-4147-A177-3AD203B41FA5}">
                      <a16:colId xmlns:a16="http://schemas.microsoft.com/office/drawing/2014/main" val="764233516"/>
                    </a:ext>
                  </a:extLst>
                </a:gridCol>
                <a:gridCol w="1963712">
                  <a:extLst>
                    <a:ext uri="{9D8B030D-6E8A-4147-A177-3AD203B41FA5}">
                      <a16:colId xmlns:a16="http://schemas.microsoft.com/office/drawing/2014/main" val="3496517725"/>
                    </a:ext>
                  </a:extLst>
                </a:gridCol>
                <a:gridCol w="1963712">
                  <a:extLst>
                    <a:ext uri="{9D8B030D-6E8A-4147-A177-3AD203B41FA5}">
                      <a16:colId xmlns:a16="http://schemas.microsoft.com/office/drawing/2014/main" val="3672206705"/>
                    </a:ext>
                  </a:extLst>
                </a:gridCol>
                <a:gridCol w="1963712">
                  <a:extLst>
                    <a:ext uri="{9D8B030D-6E8A-4147-A177-3AD203B41FA5}">
                      <a16:colId xmlns:a16="http://schemas.microsoft.com/office/drawing/2014/main" val="1144789164"/>
                    </a:ext>
                  </a:extLst>
                </a:gridCol>
              </a:tblGrid>
              <a:tr h="767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Allows duplicates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586072"/>
                  </a:ext>
                </a:extLst>
              </a:tr>
              <a:tr h="4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[10, 20, 10]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147877"/>
                  </a:ext>
                </a:extLst>
              </a:tr>
              <a:tr h="4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(10, 20, 10)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73872"/>
                  </a:ext>
                </a:extLst>
              </a:tr>
              <a:tr h="43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{10, 20, 30}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28953"/>
                  </a:ext>
                </a:extLst>
              </a:tr>
              <a:tr h="767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Keys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{"name": "Sai", "age": 22}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8770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Types of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List → Ordered, Changeable, Allows duplicates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Tuple → Ordered, Unchangeable, Allows duplicates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Set → Unordered, Changeable, Does not allow duplicates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Dictionary → Ordered, Changeable, Keys are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List —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A List is an ordered and changeable collection of elements.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It can store multiple values, including duplicate values, in a single variable.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Lists are written using square brackets: [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List — Basic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course = ["Python", "SQL", "PowerBI"]</a:t>
            </a:r>
            <a:br/>
            <a:br/>
            <a:r>
              <a:t>print(course)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['Python', 'SQL', 'PowerBI']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List — Adding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course = ["Python", "SQL"]</a:t>
            </a:r>
            <a:br/>
            <a:r>
              <a:t>print(course)</a:t>
            </a:r>
            <a:br/>
            <a:br/>
            <a:r>
              <a:t>course.append("Tableau")</a:t>
            </a:r>
            <a:br/>
            <a:r>
              <a:t>print(course)</a:t>
            </a:r>
            <a:br/>
            <a:br/>
            <a:r>
              <a:t>course.extend(["Excel", "Statics"])</a:t>
            </a:r>
            <a:br/>
            <a:r>
              <a:t>print(course)</a:t>
            </a:r>
            <a:br/>
            <a:br/>
            <a:r>
              <a:t>course.insert(2, "Powerbi")</a:t>
            </a:r>
            <a:br/>
            <a:r>
              <a:t>print(course)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['Python', 'SQL']</a:t>
            </a:r>
            <a:br/>
            <a:r>
              <a:t>['Python', 'SQL', 'Tableau']</a:t>
            </a:r>
            <a:br/>
            <a:r>
              <a:t>['Python', 'SQL', 'Tableau', 'Excel', 'Statics']</a:t>
            </a:r>
            <a:br/>
            <a:r>
              <a:t>['Python', 'SQL', 'Powerbi', 'Tableau', 'Excel', 'Statics']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List — Removing and Deleting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course = ["Python", "SQL"]</a:t>
            </a:r>
            <a:br/>
            <a:r>
              <a:t>print(course)</a:t>
            </a:r>
            <a:br/>
            <a:br/>
            <a:r>
              <a:t>course.append("Tableau")</a:t>
            </a:r>
            <a:br/>
            <a:r>
              <a:t>print(course)</a:t>
            </a:r>
            <a:br/>
            <a:br/>
            <a:r>
              <a:t>course.extend(["Excel", "Statics"])</a:t>
            </a:r>
            <a:br/>
            <a:r>
              <a:t>print(course)</a:t>
            </a:r>
            <a:br/>
            <a:br/>
            <a:r>
              <a:t>course.insert(2, "Powerbi")</a:t>
            </a:r>
            <a:br/>
            <a:r>
              <a:t>print(course)</a:t>
            </a:r>
            <a:br/>
            <a:br/>
            <a:r>
              <a:t>print("Removing and Deleting in list")</a:t>
            </a:r>
            <a:br/>
            <a:br/>
            <a:r>
              <a:t>course.pop()</a:t>
            </a:r>
            <a:br/>
            <a:r>
              <a:t>print(course)</a:t>
            </a:r>
            <a:br/>
            <a:br/>
            <a:r>
              <a:t>del course[0]</a:t>
            </a:r>
            <a:br/>
            <a:r>
              <a:t>print(course)</a:t>
            </a:r>
            <a:br/>
            <a:br/>
            <a:r>
              <a:t>course.remove("SQL")</a:t>
            </a:r>
            <a:br/>
            <a:r>
              <a:t>print(course)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['Python', 'SQL']</a:t>
            </a:r>
            <a:br/>
            <a:r>
              <a:t>['Python', 'SQL', 'Tableau']</a:t>
            </a:r>
            <a:br/>
            <a:r>
              <a:t>['Python', 'SQL', 'Tableau', 'Excel', 'Statics']</a:t>
            </a:r>
            <a:br/>
            <a:r>
              <a:t>['Python', 'SQL', 'Powerbi', 'Tableau', 'Excel', 'Statics']</a:t>
            </a:r>
            <a:br/>
            <a:r>
              <a:t>Removing and Deleting in list</a:t>
            </a:r>
            <a:br/>
            <a:r>
              <a:t>['Python', 'SQL', 'Powerbi', 'Tableau', 'Excel']</a:t>
            </a:r>
            <a:br/>
            <a:r>
              <a:t>['SQL', 'Powerbi', 'Tableau', 'Excel']</a:t>
            </a:r>
            <a:br/>
            <a:r>
              <a:t>['Powerbi', 'Tableau', 'Excel']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List — Reverse and Sorting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[17,1,7,0,7,3,8,23]</a:t>
            </a:r>
            <a:br/>
            <a:br/>
            <a:r>
              <a:t>print(numbers)</a:t>
            </a:r>
            <a:br/>
            <a:br/>
            <a:r>
              <a:t>numbers.reverse()</a:t>
            </a:r>
            <a:br/>
            <a:r>
              <a:t>print(numbers)</a:t>
            </a:r>
            <a:br/>
            <a:br/>
            <a:r>
              <a:t>numbers.sort()</a:t>
            </a:r>
            <a:br/>
            <a:r>
              <a:t>print(numbers)</a:t>
            </a:r>
            <a:br/>
            <a:br/>
            <a:r>
              <a:t>numbers.sort(reverse=True)</a:t>
            </a:r>
            <a:br/>
            <a:r>
              <a:t>print(numbers)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[17, 1, 7, 0, 7, 3, 8, 23]</a:t>
            </a:r>
            <a:br/>
            <a:r>
              <a:t>[23, 8, 3, 7, 0, 7, 1, 17]</a:t>
            </a:r>
            <a:br/>
            <a:r>
              <a:t>[0, 1, 3, 7, 7, 8, 17, 23]</a:t>
            </a:r>
            <a:br/>
            <a:r>
              <a:t>[23, 17, 8, 7, 7, 3, 1, 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List — Slicing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[20,45,17,98,45,73,97,20,1]</a:t>
            </a:r>
            <a:br/>
            <a:br/>
            <a:r>
              <a:t>print(numbers)</a:t>
            </a:r>
            <a:br/>
            <a:r>
              <a:t>print(numbers[2:5])</a:t>
            </a:r>
            <a:br/>
            <a:r>
              <a:t>print(numbers[:5])</a:t>
            </a:r>
            <a:br/>
            <a:r>
              <a:t>print(numbers[5:])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[20, 45, 17, 98, 45, 73, 97, 20, 1]</a:t>
            </a:r>
            <a:br/>
            <a:r>
              <a:t>[17, 98, 45]</a:t>
            </a:r>
            <a:br/>
            <a:r>
              <a:t>[20, 45, 17, 98, 45]</a:t>
            </a:r>
            <a:br/>
            <a:r>
              <a:t>[73, 97, 20, 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Tuple —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A Tuple is an ordered and unchangeable collection of elements.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It can store multiple values, including duplicate values, in a single variable.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Tuples are written using parentheses: (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Tuple — Basic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(10, 20, 30)</a:t>
            </a:r>
            <a:br/>
            <a:br/>
            <a:r>
              <a:t>print(numbers)</a:t>
            </a:r>
            <a:br/>
            <a:r>
              <a:t>print(numbers[1])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(10, 20, 30)</a:t>
            </a:r>
            <a:br/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Tuple — Initialization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(10, 20, 30)</a:t>
            </a:r>
            <a:br/>
            <a:br/>
            <a:r>
              <a:t>print(numbers)</a:t>
            </a:r>
            <a:br/>
            <a:r>
              <a:t>print(numbers[1])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(10, 20, 30)</a:t>
            </a:r>
            <a:br/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Tuple — Length and Count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(10, 20, 30, 10, 30, 10, 50, 30)</a:t>
            </a:r>
            <a:br/>
            <a:r>
              <a:t>print(numbers)</a:t>
            </a:r>
            <a:br/>
            <a:r>
              <a:t>print(len(numbers))</a:t>
            </a:r>
            <a:br/>
            <a:r>
              <a:t>print(numbers.count(10))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(10, 20, 30, 10, 30, 10, 50, 30)</a:t>
            </a:r>
            <a:br/>
            <a:r>
              <a:t>8</a:t>
            </a:r>
            <a:br/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Tuple — Combining Two Tuples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data_type1 = ("Int", "Float")</a:t>
            </a:r>
            <a:br/>
            <a:r>
              <a:t>data_type2 = ("String","Complex")</a:t>
            </a:r>
            <a:br/>
            <a:br/>
            <a:r>
              <a:t>data_type = data_type1 + data_type2</a:t>
            </a:r>
            <a:br/>
            <a:r>
              <a:t>print(data_type)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('Int', 'Float', 'String', 'Complex')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Tuple — Slicing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months = ("Jan", "Feb", "Mar", "Apr", "May", "Jun", "Jul", "Aug", "Sep", "Oct", "Nov", "Dec")</a:t>
            </a:r>
            <a:br/>
            <a:br/>
            <a:r>
              <a:t>print(months)</a:t>
            </a:r>
            <a:br/>
            <a:r>
              <a:t>print(months[2])</a:t>
            </a:r>
            <a:br/>
            <a:r>
              <a:t>print(months[2:5])</a:t>
            </a:r>
            <a:br/>
            <a:r>
              <a:t>print(months[:5])</a:t>
            </a:r>
            <a:br/>
            <a:r>
              <a:t>print(months[5:])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('Jan', 'Feb', 'Mar', 'Apr', 'May', 'Jun', 'Jul', 'Aug', 'Sep', 'Oct', 'Nov', 'Dec')</a:t>
            </a:r>
            <a:br/>
            <a:r>
              <a:t>Mar</a:t>
            </a:r>
            <a:br/>
            <a:r>
              <a:t>('Mar', 'Apr', 'May')</a:t>
            </a:r>
            <a:br/>
            <a:r>
              <a:t>('Jan', 'Feb', 'Mar', 'Apr', 'May')</a:t>
            </a:r>
            <a:br/>
            <a:r>
              <a:t>('Jun', 'Jul', 'Aug', 'Sep', 'Oct', 'Nov', 'Dec')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Set —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A Set is an unordered and changeable collection of unique elements.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A Set does not allow duplicate values.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Sets are written using curly braces: 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Set — Duplicate Values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numbers = {10,20,10,30}</a:t>
            </a:r>
            <a:br/>
            <a:r>
              <a:t>print(numbers)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{10, 20, 30}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Set — Initialization and Length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 = {1, 2, 3, 4, 5, 2, 3}</a:t>
            </a:r>
            <a:br/>
            <a:r>
              <a:t>print(n)</a:t>
            </a:r>
            <a:br/>
            <a:r>
              <a:t>print("Length of the set:", len(n))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{1, 2, 3, 4, 5}</a:t>
            </a:r>
            <a:br/>
            <a:r>
              <a:t>Length of the set: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Set — Adding and Removing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 = {1, 2, 3, 4, 5, 2, 3}</a:t>
            </a:r>
            <a:br/>
            <a:r>
              <a:t>print(n)</a:t>
            </a:r>
            <a:br/>
            <a:r>
              <a:t>n.add(6)</a:t>
            </a:r>
            <a:br/>
            <a:br/>
            <a:r>
              <a:t>print(n)</a:t>
            </a:r>
            <a:br/>
            <a:br/>
            <a:r>
              <a:t>n.remove(3)</a:t>
            </a:r>
            <a:br/>
            <a:br/>
            <a:r>
              <a:t>print(n)</a:t>
            </a:r>
            <a:br/>
            <a:br/>
            <a:r>
              <a:t>n.update([7, 8, 9])</a:t>
            </a:r>
            <a:br/>
            <a:br/>
            <a:r>
              <a:t>print(n)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{1, 2, 3, 4, 5}</a:t>
            </a:r>
            <a:br/>
            <a:r>
              <a:t>{1, 2, 3, 4, 5, 6}</a:t>
            </a:r>
            <a:br/>
            <a:r>
              <a:t>{1, 2, 4, 5, 6}</a:t>
            </a:r>
            <a:br/>
            <a:r>
              <a:t>{1, 2, 4, 5, 6, 7, 8, 9}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Set — Slicing / Indexing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2877" y="1325880"/>
            <a:ext cx="6400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n = {7,17,9,6,4,3,8,2,9,7,1}</a:t>
            </a:r>
            <a:br/>
            <a:r>
              <a:t>print(n)</a:t>
            </a:r>
            <a:br/>
            <a:br/>
            <a:r>
              <a:t>print(n[2])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{1, 2, 3, 4, 6, 7, 8, 9, 17}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E300C-9CAE-A746-98D4-4E332A65B260}"/>
              </a:ext>
            </a:extLst>
          </p:cNvPr>
          <p:cNvSpPr txBox="1"/>
          <p:nvPr/>
        </p:nvSpPr>
        <p:spPr>
          <a:xfrm>
            <a:off x="7411272" y="3962400"/>
            <a:ext cx="401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we can't perform slicing in set </a:t>
            </a:r>
            <a:r>
              <a:rPr lang="en-IN" dirty="0" err="1"/>
              <a:t>bcoz</a:t>
            </a:r>
            <a:r>
              <a:rPr lang="en-IN" dirty="0"/>
              <a:t> set is unordered collection so it wont have any index numbers. so due to that in set we cant perform slicing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Dictionary —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A Dictionary is a changeable collection that stores data in the form of key-value pairs.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Each key identifies its corresponding value.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Dictionaries are written using curly braces: {key: value}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Dictionary — Update, Add and Remove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79"/>
            <a:ext cx="6541546" cy="4985273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solidFill>
                  <a:srgbClr val="232323"/>
                </a:solidFill>
                <a:latin typeface="Consolas"/>
              </a:defRPr>
            </a:pPr>
            <a:r>
              <a:t>employee = {</a:t>
            </a:r>
            <a:br/>
            <a:r>
              <a:t>    "emp_name": "Ram",</a:t>
            </a:r>
            <a:br/>
            <a:r>
              <a:t>    "emp_age": 23,</a:t>
            </a:r>
            <a:br/>
            <a:r>
              <a:t>    "emp_id" : 1710,</a:t>
            </a:r>
            <a:br/>
            <a:r>
              <a:t>    "emp_role" : "Data Analytics",</a:t>
            </a:r>
            <a:br/>
            <a:r>
              <a:t>    "emp_salary" : 30000</a:t>
            </a:r>
            <a:br/>
            <a:r>
              <a:t>}</a:t>
            </a:r>
            <a:br/>
            <a:br/>
            <a:r>
              <a:t>print(employee)</a:t>
            </a:r>
            <a:br/>
            <a:br/>
            <a:r>
              <a:t>employee['emp_salary'] = 35000</a:t>
            </a:r>
            <a:br/>
            <a:br/>
            <a:r>
              <a:t>print("Updated :",employee)</a:t>
            </a:r>
            <a:br/>
            <a:br/>
            <a:r>
              <a:t>employee ["emp_no"] = [9989900]</a:t>
            </a:r>
            <a:br/>
            <a:br/>
            <a:r>
              <a:t>print(employee)</a:t>
            </a:r>
            <a:br/>
            <a:br/>
            <a:r>
              <a:t>employee.pop ("emp_no")</a:t>
            </a:r>
            <a:br/>
            <a:br/>
            <a:r>
              <a:t>print(employee)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69480" y="1325880"/>
            <a:ext cx="4297680" cy="4526280"/>
          </a:xfrm>
          <a:prstGeom prst="roundRect">
            <a:avLst/>
          </a:prstGeom>
          <a:solidFill>
            <a:srgbClr val="FAFAFA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{'emp_name': 'Ram', 'emp_age': 23, 'emp_id': 1710, 'emp_role': 'Data Analytics', 'emp_salary': 30000}</a:t>
            </a:r>
            <a:br/>
            <a:r>
              <a:t>Updated : {'emp_name': 'Ram', 'emp_age': 23, 'emp_id': 1710, 'emp_role': 'Data Analytics', 'emp_salary': 35000}</a:t>
            </a:r>
            <a:br/>
            <a:r>
              <a:t>{'emp_name': 'Ram', 'emp_age': 23, 'emp_id': 1710, 'emp_role': 'Data Analytics', 'emp_salary': 35000, 'emp_no': [9989900]}</a:t>
            </a:r>
            <a:br/>
            <a:r>
              <a:t>{'emp_name': 'Ram', 'emp_age': 23, 'emp_id': 1710, 'emp_role': 'Data Analytics', 'emp_salary': 35000}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List → Ordered, changeable, duplicates allowed.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Tuple → Ordered, unchangeable, duplicates allowed.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Set → Unordered, changeable, unique values only.</a:t>
            </a:r>
          </a:p>
          <a:p>
            <a:pPr>
              <a:spcAft>
                <a:spcPts val="1600"/>
              </a:spcAft>
              <a:defRPr sz="2000">
                <a:solidFill>
                  <a:srgbClr val="2D2D2D"/>
                </a:solidFill>
              </a:defRPr>
            </a:pPr>
            <a:r>
              <a:t>Dictionary → Key-value pairs, changeable, unique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1755</Words>
  <Application>Microsoft Office PowerPoint</Application>
  <PresentationFormat>Widescreen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Sai's World</cp:lastModifiedBy>
  <cp:revision>5</cp:revision>
  <dcterms:created xsi:type="dcterms:W3CDTF">2013-01-27T09:14:16Z</dcterms:created>
  <dcterms:modified xsi:type="dcterms:W3CDTF">2026-10-08T12:48:39Z</dcterms:modified>
  <cp:category/>
</cp:coreProperties>
</file>